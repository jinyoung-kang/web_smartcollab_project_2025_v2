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SmartCollab 3분기 발표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시험용 프레젠테이션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공유 링크 비밀번호 기능</a:t>
            </a:r>
          </a:p>
          <a:p>
            <a:r>
              <a:t>버전 기록·서명 화면 개선</a:t>
            </a:r>
          </a:p>
          <a:p>
            <a:r>
              <a:t>팀 채팅 파일 미리보기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